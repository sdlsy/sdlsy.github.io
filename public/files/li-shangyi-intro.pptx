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pic>
        <p:nvPicPr>
          <p:cNvPr id="3" name="Image 0" descr="D:\30726\Desktop\SDLSY.github.io\public\assets\sdu-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5603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9536" y="274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0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山东大学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241280" y="29260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 Introduction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3232" y="148132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李上一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749808" y="10058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0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山东大学 · 计算机科学与技术学院菁英班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2423160"/>
            <a:ext cx="621792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面向保研与科研交流，聚焦可穿戴感知、健康管理智能体、端云协同与时序信号识别。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49808" y="3246120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07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可穿戴感知  ·  健康管理智能体  ·  端云协同  ·  时序信号识别</a:t>
            </a:r>
            <a:endParaRPr lang="en-US" sz="1400" dirty="0"/>
          </a:p>
        </p:txBody>
      </p:sp>
      <p:pic>
        <p:nvPicPr>
          <p:cNvPr id="10" name="Image 1" descr="D:\30726\Desktop\SDLSY.github.io\public\assets\resume-photo-li-shangyi-red-bg-gpt-image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170432"/>
            <a:ext cx="1920240" cy="24048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49808" y="4069080"/>
            <a:ext cx="2788920" cy="960120"/>
          </a:xfrm>
          <a:prstGeom prst="rect">
            <a:avLst>
              <a:gd name="adj" fmla="val 3810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4069080"/>
            <a:ext cx="54864" cy="96012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50976" y="4215384"/>
            <a:ext cx="24414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91.28 / 100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950976" y="4572000"/>
            <a:ext cx="2441448" cy="374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GPA / 100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767328" y="4069080"/>
            <a:ext cx="2788920" cy="960120"/>
          </a:xfrm>
          <a:prstGeom prst="rect">
            <a:avLst>
              <a:gd name="adj" fmla="val 3810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767328" y="4069080"/>
            <a:ext cx="54864" cy="96012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968496" y="4215384"/>
            <a:ext cx="24414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228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968496" y="4572000"/>
            <a:ext cx="2441448" cy="374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专业成绩排名（前 5.26%）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784848" y="4069080"/>
            <a:ext cx="2788920" cy="960120"/>
          </a:xfrm>
          <a:prstGeom prst="rect">
            <a:avLst>
              <a:gd name="adj" fmla="val 3810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784848" y="4069080"/>
            <a:ext cx="54864" cy="96012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86016" y="4215384"/>
            <a:ext cx="24414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986016" y="4572000"/>
            <a:ext cx="2441448" cy="374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核心可穿戴项目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66928" y="6437376"/>
            <a:ext cx="6126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202300130120@mail.sdu.edu.cn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949440" y="6437376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github.com/SDLSY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pic>
        <p:nvPicPr>
          <p:cNvPr id="3" name="Image 0" descr="D:\30726\Desktop\SDLSY.github.io\public\assets\sdu-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5603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9536" y="274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0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山东大学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241280" y="29260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3232" y="96012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0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" y="1271016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山东大学计算机科学与技术本科生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749808" y="2148840"/>
            <a:ext cx="3291840" cy="1078992"/>
          </a:xfrm>
          <a:prstGeom prst="rect">
            <a:avLst>
              <a:gd name="adj" fmla="val 3390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2148840"/>
            <a:ext cx="54864" cy="1078992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" y="2295144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91.28 / 100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50976" y="2651760"/>
            <a:ext cx="294436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3400" y="2148840"/>
            <a:ext cx="3291840" cy="1078992"/>
          </a:xfrm>
          <a:prstGeom prst="rect">
            <a:avLst>
              <a:gd name="adj" fmla="val 3390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43400" y="2148840"/>
            <a:ext cx="54864" cy="1078992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44568" y="2295144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228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44568" y="2651760"/>
            <a:ext cx="294436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专业成绩排名（前 5.26%）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936992" y="2148840"/>
            <a:ext cx="3291840" cy="1078992"/>
          </a:xfrm>
          <a:prstGeom prst="rect">
            <a:avLst>
              <a:gd name="adj" fmla="val 3390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36992" y="2148840"/>
            <a:ext cx="54864" cy="1078992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38160" y="2295144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CET-4 551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138160" y="2651760"/>
            <a:ext cx="294436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CET-6 489；英语演讲与辩论 97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9808" y="3730752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核心课程：计算机网络 98、离散数学 97、高等数学 I/II 97/94、数据库系统 95、线性代数 94、计算机组成原理 93、概率论 92、电路 100。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66928" y="6437376"/>
            <a:ext cx="6126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2023.09 - 2027.07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949440" y="6437376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计算机科学与技术学院菁英班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pic>
        <p:nvPicPr>
          <p:cNvPr id="3" name="Image 0" descr="D:\30726\Desktop\SDLSY.github.io\public\assets\sdu-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5603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9536" y="274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0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山东大学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241280" y="29260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3232" y="96012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0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" y="1271016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从戒指式传感接入，到健康智能体与时序识别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749808" y="2048256"/>
            <a:ext cx="2468880" cy="1143000"/>
          </a:xfrm>
          <a:prstGeom prst="rect">
            <a:avLst>
              <a:gd name="adj" fmla="val 3200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2048256"/>
            <a:ext cx="54864" cy="114300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" y="2194560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设备接入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50976" y="2551176"/>
            <a:ext cx="2121408" cy="5577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BLE、PPG、心率、血氧、体温、IMU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720" y="2048256"/>
            <a:ext cx="2468880" cy="1143000"/>
          </a:xfrm>
          <a:prstGeom prst="rect">
            <a:avLst>
              <a:gd name="adj" fmla="val 3200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2048256"/>
            <a:ext cx="54864" cy="114300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75888" y="2194560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数据链路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75888" y="2551176"/>
            <a:ext cx="2121408" cy="5577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Android、Room/SQLite、云端接口同步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99632" y="2048256"/>
            <a:ext cx="2468880" cy="1143000"/>
          </a:xfrm>
          <a:prstGeom prst="rect">
            <a:avLst>
              <a:gd name="adj" fmla="val 3200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99632" y="2048256"/>
            <a:ext cx="54864" cy="114300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2194560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智能辅助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0" y="2551176"/>
            <a:ext cx="2121408" cy="5577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结构化问诊、RAG、报告理解、干预任务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924544" y="2048256"/>
            <a:ext cx="2468880" cy="1143000"/>
          </a:xfrm>
          <a:prstGeom prst="rect">
            <a:avLst>
              <a:gd name="adj" fmla="val 3200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924544" y="2048256"/>
            <a:ext cx="54864" cy="114300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25712" y="2194560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实验评估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25712" y="2551176"/>
            <a:ext cx="2121408" cy="5577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 清洗、信号分段、特征提取、分类评估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49808" y="39776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7D07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戒指式可穿戴健康管理智能体原型系统；戒指式可穿戴设备盲文触摸信号识别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66928" y="6437376"/>
            <a:ext cx="6126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可穿戴计算 · 移动感知 · 健康计算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949440" y="6437376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 / BLE / IMU / Time Series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pic>
        <p:nvPicPr>
          <p:cNvPr id="3" name="Image 0" descr="D:\30726\Desktop\SDLSY.github.io\public\assets\sdu-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5603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9536" y="274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0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山东大学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241280" y="29260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3232" y="84124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0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2025.11 - 2026.03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" y="1152144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戒指式可穿戴多源生理信号驱动的健康管理智能体原型系统</a:t>
            </a:r>
            <a:endParaRPr lang="en-US" sz="3100" dirty="0"/>
          </a:p>
        </p:txBody>
      </p:sp>
      <p:pic>
        <p:nvPicPr>
          <p:cNvPr id="8" name="Image 1" descr="D:\30726\Desktop\SDLSY.github.io\public\assets\health-agent-statu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9808" y="2011680"/>
            <a:ext cx="4160520" cy="2880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0368" y="190195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山东产业技术研究院（青岛）计算医学工程中心产学研合作项目；全国大学生软件创新大赛 2026 年全国三等奖。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230368" y="2615184"/>
            <a:ext cx="5852160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面向睡眠恢复与居家健康管理场景，参与构建以戒指式可穿戴设备为数据入口的端云协同健康管理原型，串联生理信号采集、状态分析、AI 问诊、报告理解、建议生成与干预反馈流程。</a:t>
            </a:r>
            <a:endParaRPr lang="en-US" sz="1300" dirty="0"/>
          </a:p>
          <a:p>
            <a:r>
              <a:rPr lang="en-US" sz="13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 Android 多模块应用与核心数据链路开发，完成 BLE 设备接入、实时数据展示、本地记录管理、云端接口对接和 AI 辅助功能调试。</a:t>
            </a:r>
            <a:endParaRPr lang="en-US" sz="1300" dirty="0"/>
          </a:p>
          <a:p>
            <a:r>
              <a:rPr lang="en-US" sz="13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接入真实戒指式传感硬件，围绕 PPG、心率、血氧、体温、三轴加速度和三轴陀螺仪等多模态信号，完成采集、解析、展示与同步链路。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66928" y="6437376"/>
            <a:ext cx="6126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 · BLE · Room/SQLite · Next.js · Supabase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949440" y="6437376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年全国三等奖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pic>
        <p:nvPicPr>
          <p:cNvPr id="3" name="Image 0" descr="D:\30726\Desktop\SDLSY.github.io\public\assets\sdu-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5603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9536" y="274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0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山东大学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241280" y="29260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3232" y="96012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0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Health Agent Prototype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" y="1271016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从传感指标到健康建议与执行反馈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749808" y="1993392"/>
            <a:ext cx="4892040" cy="1005840"/>
          </a:xfrm>
          <a:prstGeom prst="rect">
            <a:avLst>
              <a:gd name="adj" fmla="val 3636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1993392"/>
            <a:ext cx="54864" cy="100584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" y="2139696"/>
            <a:ext cx="454456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感知输入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50976" y="2496312"/>
            <a:ext cx="4544568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戒指式可穿戴设备采集生理与运动信号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9320" y="1993392"/>
            <a:ext cx="4892040" cy="1005840"/>
          </a:xfrm>
          <a:prstGeom prst="rect">
            <a:avLst>
              <a:gd name="adj" fmla="val 3636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89320" y="1993392"/>
            <a:ext cx="54864" cy="100584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0488" y="2139696"/>
            <a:ext cx="454456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状态分析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190488" y="2496312"/>
            <a:ext cx="4544568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睡眠恢复、风险分层、用户状态整理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9808" y="3383280"/>
            <a:ext cx="4892040" cy="1005840"/>
          </a:xfrm>
          <a:prstGeom prst="rect">
            <a:avLst>
              <a:gd name="adj" fmla="val 3636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9808" y="3383280"/>
            <a:ext cx="54864" cy="100584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0976" y="3529584"/>
            <a:ext cx="454456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AI 辅助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50976" y="3886200"/>
            <a:ext cx="4544568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结构化问诊、RAG 上下文、医检报告理解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89320" y="3383280"/>
            <a:ext cx="4892040" cy="1005840"/>
          </a:xfrm>
          <a:prstGeom prst="rect">
            <a:avLst>
              <a:gd name="adj" fmla="val 3636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89320" y="3383280"/>
            <a:ext cx="54864" cy="100584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0488" y="3529584"/>
            <a:ext cx="454456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干预反馈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190488" y="3886200"/>
            <a:ext cx="4544568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健康建议生成、干预任务与执行反馈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49808" y="4892040"/>
            <a:ext cx="101498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个人贡献集中在 Android 多模块应用、核心数据链路、BLE 接入、云端接口对接与 AI 辅助功能联调。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66928" y="6437376"/>
            <a:ext cx="6126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山东产业技术研究院（青岛）计算医学工程中心产学研合作项目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949440" y="6437376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结构化问诊 · RAG · 报告理解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pic>
        <p:nvPicPr>
          <p:cNvPr id="3" name="Image 0" descr="D:\30726\Desktop\SDLSY.github.io\public\assets\sdu-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5603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9536" y="274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0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山东大学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241280" y="29260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3232" y="84124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0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2026.04 - 至今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" y="1152144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基于戒指式可穿戴设备的盲文触摸信号识别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841248" y="1965960"/>
            <a:ext cx="5486400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使用戒指式 IMU 采集设备采集 6 轴惯性数据，构建 26 个英文盲文字母触摸动作的单被试初步实验数据集，每类不少于 100 组，共 2600 组有效样本。</a:t>
            </a:r>
            <a:endParaRPr lang="en-US" sz="1300" dirty="0"/>
          </a:p>
          <a:p>
            <a:r>
              <a:rPr lang="en-US" sz="13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 Android 采集、CSV 清洗、基线校正、信号分段、特征提取和分类评估流程，对比手工时序特征、MiniROCKET、MultiRocketHydra 与小波包去噪等方法。</a:t>
            </a:r>
            <a:endParaRPr lang="en-US" sz="1300" dirty="0"/>
          </a:p>
          <a:p>
            <a:r>
              <a:rPr lang="en-US" sz="13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在严格时序划分下将识别准确率由约 81% 提升至 87.2%，并分析单会话采集带来的 session bias 与跨用户泛化限制。</a:t>
            </a:r>
            <a:endParaRPr lang="en-US" sz="1300" dirty="0"/>
          </a:p>
        </p:txBody>
      </p:sp>
      <p:pic>
        <p:nvPicPr>
          <p:cNvPr id="9" name="Image 1" descr="D:\30726\Desktop\SDLSY.github.io\public\assets\ring-signal-from-fourth-pp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01968" y="1874520"/>
            <a:ext cx="4343400" cy="30175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601968" y="5074920"/>
            <a:ext cx="2011680" cy="676656"/>
          </a:xfrm>
          <a:prstGeom prst="rect">
            <a:avLst>
              <a:gd name="adj" fmla="val 5405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601968" y="5074920"/>
            <a:ext cx="54864" cy="676656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03136" y="5221224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2600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803136" y="5577840"/>
            <a:ext cx="16642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有效样本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915400" y="5074920"/>
            <a:ext cx="2011680" cy="676656"/>
          </a:xfrm>
          <a:prstGeom prst="rect">
            <a:avLst>
              <a:gd name="adj" fmla="val 5405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915400" y="5074920"/>
            <a:ext cx="54864" cy="676656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116568" y="5221224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87.2%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116568" y="5577840"/>
            <a:ext cx="16642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阶段准确率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66928" y="6437376"/>
            <a:ext cx="6126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单被试初步实验 · 不夸大跨用户泛化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949440" y="6437376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 采集 · IMU · Python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pic>
        <p:nvPicPr>
          <p:cNvPr id="3" name="Image 0" descr="D:\30726\Desktop\SDLSY.github.io\public\assets\sdu-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5603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9536" y="274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0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山东大学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241280" y="29260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3232" y="96012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0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" y="1271016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设备、数据、应用与实验流程的贯通能力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841248" y="2148840"/>
            <a:ext cx="3154680" cy="1508760"/>
          </a:xfrm>
          <a:prstGeom prst="rect">
            <a:avLst>
              <a:gd name="adj" fmla="val 2424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2148840"/>
            <a:ext cx="54864" cy="150876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2416" y="2295144"/>
            <a:ext cx="28072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编程与工程开发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42416" y="2651760"/>
            <a:ext cx="2807208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C/C++、Python、Java/Kotlin Android、TypeScript；Git、Linux、Android 多模块开发与接口联调。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25696" y="2148840"/>
            <a:ext cx="3154680" cy="1508760"/>
          </a:xfrm>
          <a:prstGeom prst="rect">
            <a:avLst>
              <a:gd name="adj" fmla="val 2424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25696" y="2148840"/>
            <a:ext cx="54864" cy="150876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2295144"/>
            <a:ext cx="28072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移动感知与时序评估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26864" y="2651760"/>
            <a:ext cx="2807208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BLE 接入、传感器采集、PPG/心率/血氧/体温/IMU 解析；CSV 清洗、分段、特征提取与分类评估。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10144" y="2148840"/>
            <a:ext cx="3154680" cy="1508760"/>
          </a:xfrm>
          <a:prstGeom prst="rect">
            <a:avLst>
              <a:gd name="adj" fmla="val 2424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10144" y="2148840"/>
            <a:ext cx="54864" cy="150876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11312" y="2295144"/>
            <a:ext cx="28072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端云协同与 AI 应用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11312" y="2651760"/>
            <a:ext cx="2807208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Room/SQLite、Next.js、Supabase、REST API；结构化问诊、RAG、报告理解、健康建议生成。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6928" y="6437376"/>
            <a:ext cx="6126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C/C++ · Python · Java/Kotlin Android · TypeScript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949440" y="6437376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系统实现 + 实验评估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pic>
        <p:nvPicPr>
          <p:cNvPr id="3" name="Image 0" descr="D:\30726\Desktop\SDLSY.github.io\public\assets\sdu-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5603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9536" y="274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0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山东大学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241280" y="29260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3232" y="96012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0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Awards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" y="1271016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竞赛结果与综合表现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841248" y="1920240"/>
            <a:ext cx="4800600" cy="841248"/>
          </a:xfrm>
          <a:prstGeom prst="rect">
            <a:avLst>
              <a:gd name="adj" fmla="val 4348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1920240"/>
            <a:ext cx="54864" cy="841248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2416" y="2066544"/>
            <a:ext cx="4453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全国大学生软件创新大赛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42416" y="2423160"/>
            <a:ext cx="4453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年全国三等奖、2025 年华东赛区二等奖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44768" y="1920240"/>
            <a:ext cx="4800600" cy="841248"/>
          </a:xfrm>
          <a:prstGeom prst="rect">
            <a:avLst>
              <a:gd name="adj" fmla="val 4348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44768" y="1920240"/>
            <a:ext cx="54864" cy="841248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45936" y="2066544"/>
            <a:ext cx="4453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蓝桥杯全国软件和信息技术专业人才大赛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45936" y="2423160"/>
            <a:ext cx="4453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C/C++ 程序设计大学 A 组省赛一等奖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41248" y="3035808"/>
            <a:ext cx="4800600" cy="841248"/>
          </a:xfrm>
          <a:prstGeom prst="rect">
            <a:avLst>
              <a:gd name="adj" fmla="val 4348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" y="3035808"/>
            <a:ext cx="54864" cy="841248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42416" y="3182112"/>
            <a:ext cx="4453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全国大学生数学建模竞赛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42416" y="3538728"/>
            <a:ext cx="4453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省二等奖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44768" y="3035808"/>
            <a:ext cx="4800600" cy="841248"/>
          </a:xfrm>
          <a:prstGeom prst="rect">
            <a:avLst>
              <a:gd name="adj" fmla="val 4348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44768" y="3035808"/>
            <a:ext cx="54864" cy="841248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45936" y="3182112"/>
            <a:ext cx="4453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奖学金与综合荣誉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345936" y="3538728"/>
            <a:ext cx="4453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一等学业奖学金、二等学业奖学金、校级三好学生、山东大学黑客松二等奖、SDU Talk 铜奖、山东省优秀社会实践奖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6928" y="6437376"/>
            <a:ext cx="6126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算法训练 · 工程开发 · 协作表达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9440" y="6437376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可穿戴健康系统开发能力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pic>
        <p:nvPicPr>
          <p:cNvPr id="3" name="Image 0" descr="D:\30726\Desktop\SDLSY.github.io\public\assets\sdu-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5603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9536" y="274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0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山东大学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241280" y="29260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3232" y="96012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0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" y="1271016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希望继续围绕可穿戴健康感知与端侧智能做深入训练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749808" y="22402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目前优势是有从设备接入、移动端开发、端云联调到时序信号实验评估的连续实践经历。后续希望在导师指导下，进一步补足科研方法、实验设计、模型评估与论文表达能力。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49808" y="3931920"/>
            <a:ext cx="4754880" cy="1143000"/>
          </a:xfrm>
          <a:prstGeom prst="rect">
            <a:avLst>
              <a:gd name="adj" fmla="val 3200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3931920"/>
            <a:ext cx="54864" cy="114300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0976" y="4078224"/>
            <a:ext cx="44074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50976" y="4434840"/>
            <a:ext cx="4407408" cy="5577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202300130120@mail.sdu.edu.cn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github.com/SDLSY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97880" y="3931920"/>
            <a:ext cx="4023360" cy="1143000"/>
          </a:xfrm>
          <a:prstGeom prst="rect">
            <a:avLst>
              <a:gd name="adj" fmla="val 3200"/>
            </a:avLst>
          </a:prstGeom>
          <a:solidFill>
            <a:srgbClr val="FBF8F8"/>
          </a:solidFill>
          <a:ln w="12700">
            <a:solidFill>
              <a:srgbClr val="EAD7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97880" y="3931920"/>
            <a:ext cx="54864" cy="1143000"/>
          </a:xfrm>
          <a:prstGeom prst="rect">
            <a:avLst/>
          </a:prstGeom>
          <a:solidFill>
            <a:srgbClr val="A60B16"/>
          </a:solidFill>
          <a:ln w="12700">
            <a:solidFill>
              <a:srgbClr val="A60B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99048" y="4078224"/>
            <a:ext cx="367588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公开材料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099048" y="4434840"/>
            <a:ext cx="3675888" cy="5577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sdlsy.github.io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sdlsy.github.io/cv.pdf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F3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sdlsy.github.io/intro/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" y="6437376"/>
            <a:ext cx="6126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李上一 · 山东大学计算机科学与技术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949440" y="6437376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山东大学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李上一 保研自我介绍</dc:title>
  <dc:subject>保研自我介绍</dc:subject>
  <dc:creator>李上一</dc:creator>
  <cp:lastModifiedBy>李上一</cp:lastModifiedBy>
  <cp:revision>1</cp:revision>
  <dcterms:created xsi:type="dcterms:W3CDTF">2026-05-13T07:02:57Z</dcterms:created>
  <dcterms:modified xsi:type="dcterms:W3CDTF">2026-05-13T07:02:57Z</dcterms:modified>
</cp:coreProperties>
</file>